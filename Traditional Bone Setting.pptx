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53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6A704-7748-482D-92D1-3F819AAF2D1B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BE1F-7A8E-4AF3-BFB3-6434BE931B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6A704-7748-482D-92D1-3F819AAF2D1B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BE1F-7A8E-4AF3-BFB3-6434BE931B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6A704-7748-482D-92D1-3F819AAF2D1B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BE1F-7A8E-4AF3-BFB3-6434BE931B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6A704-7748-482D-92D1-3F819AAF2D1B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BE1F-7A8E-4AF3-BFB3-6434BE931B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6A704-7748-482D-92D1-3F819AAF2D1B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BE1F-7A8E-4AF3-BFB3-6434BE931B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6A704-7748-482D-92D1-3F819AAF2D1B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BE1F-7A8E-4AF3-BFB3-6434BE931B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6A704-7748-482D-92D1-3F819AAF2D1B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BE1F-7A8E-4AF3-BFB3-6434BE931B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6A704-7748-482D-92D1-3F819AAF2D1B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BE1F-7A8E-4AF3-BFB3-6434BE931B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6A704-7748-482D-92D1-3F819AAF2D1B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BE1F-7A8E-4AF3-BFB3-6434BE931B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6A704-7748-482D-92D1-3F819AAF2D1B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BE1F-7A8E-4AF3-BFB3-6434BE931B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6A704-7748-482D-92D1-3F819AAF2D1B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BE1F-7A8E-4AF3-BFB3-6434BE931B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6A704-7748-482D-92D1-3F819AAF2D1B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7BE1F-7A8E-4AF3-BFB3-6434BE931B8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609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b="1" dirty="0" smtClean="0">
                <a:solidFill>
                  <a:srgbClr val="FF0000"/>
                </a:solidFill>
              </a:rPr>
              <a:t>Traditional Bone Setting</a:t>
            </a:r>
            <a:br>
              <a:rPr lang="en-US" sz="3600" b="1" dirty="0" smtClean="0">
                <a:solidFill>
                  <a:srgbClr val="FF0000"/>
                </a:solidFill>
              </a:rPr>
            </a:br>
            <a:endParaRPr lang="en-US" sz="3600" b="1" dirty="0" smtClean="0">
              <a:solidFill>
                <a:srgbClr val="FF0000"/>
              </a:solidFill>
            </a:endParaRPr>
          </a:p>
        </p:txBody>
      </p:sp>
      <p:sp>
        <p:nvSpPr>
          <p:cNvPr id="16387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/>
          <a:lstStyle/>
          <a:p>
            <a:r>
              <a:rPr lang="en-US" sz="2800" b="1" dirty="0" smtClean="0"/>
              <a:t>About the manual</a:t>
            </a:r>
            <a:endParaRPr lang="en-US" sz="2800" dirty="0" smtClean="0"/>
          </a:p>
          <a:p>
            <a:pPr algn="just"/>
            <a:r>
              <a:rPr lang="en-US" sz="2800" dirty="0" smtClean="0"/>
              <a:t>This Training Manual has been designed exclusively for the Training Course on </a:t>
            </a:r>
            <a:r>
              <a:rPr lang="en-US" sz="2800" dirty="0" err="1" smtClean="0"/>
              <a:t>Colles</a:t>
            </a:r>
            <a:r>
              <a:rPr lang="en-US" sz="2800" dirty="0" smtClean="0"/>
              <a:t> Fractures. This manual helps Traditional Bone Setters to get oriented with management of </a:t>
            </a:r>
            <a:r>
              <a:rPr lang="en-US" sz="2800" dirty="0" err="1" smtClean="0"/>
              <a:t>Colles</a:t>
            </a:r>
            <a:r>
              <a:rPr lang="en-US" sz="2800" dirty="0" smtClean="0"/>
              <a:t> Fracture in general.</a:t>
            </a:r>
          </a:p>
          <a:p>
            <a:r>
              <a:rPr lang="en-US" sz="2800" b="1" dirty="0" smtClean="0"/>
              <a:t>This manual is designed to fulfill the following objectives:</a:t>
            </a:r>
            <a:endParaRPr lang="en-US" sz="2800" dirty="0" smtClean="0"/>
          </a:p>
          <a:p>
            <a:pPr>
              <a:buFont typeface="Wingdings 3" pitchFamily="18" charset="2"/>
              <a:buNone/>
            </a:pPr>
            <a:endParaRPr lang="en-US" sz="2800" dirty="0" smtClean="0"/>
          </a:p>
          <a:p>
            <a:r>
              <a:rPr lang="en-US" sz="2800" dirty="0" smtClean="0"/>
              <a:t>To improve the understanding of Traditional Bone Setters about:</a:t>
            </a:r>
          </a:p>
          <a:p>
            <a:pPr>
              <a:buFont typeface="Wingdings 3" pitchFamily="18" charset="2"/>
              <a:buNone/>
            </a:pP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>
                <a:solidFill>
                  <a:srgbClr val="FF0000"/>
                </a:solidFill>
              </a:rPr>
              <a:t>Continue…..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>
            <a:normAutofit lnSpcReduction="10000"/>
          </a:bodyPr>
          <a:lstStyle/>
          <a:p>
            <a:pPr marL="640080" lvl="1" indent="-27432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 smtClean="0"/>
              <a:t>Fracture and Diagnosis of Fracture</a:t>
            </a:r>
          </a:p>
          <a:p>
            <a:pPr marL="640080" lvl="1" indent="-274320" algn="just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 smtClean="0"/>
              <a:t>Principles and Methods of Management of Fractures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 smtClean="0"/>
              <a:t>Treatment methods and procedures in management of </a:t>
            </a:r>
            <a:r>
              <a:rPr lang="en-US" sz="2800" dirty="0" err="1" smtClean="0"/>
              <a:t>Colles</a:t>
            </a:r>
            <a:r>
              <a:rPr lang="en-US" sz="2800" dirty="0" smtClean="0"/>
              <a:t> Fracture</a:t>
            </a:r>
          </a:p>
          <a:p>
            <a:pPr marL="274320" indent="-274320" fontAlgn="auto">
              <a:spcAft>
                <a:spcPts val="0"/>
              </a:spcAft>
              <a:buFont typeface="Wingdings"/>
              <a:buChar char=""/>
              <a:defRPr/>
            </a:pPr>
            <a:endParaRPr lang="en-US" sz="2800" dirty="0" smtClean="0"/>
          </a:p>
          <a:p>
            <a:pPr marL="274320" indent="-274320" fontAlgn="auto">
              <a:spcAft>
                <a:spcPts val="0"/>
              </a:spcAft>
              <a:buFont typeface="Wingdings"/>
              <a:buChar char=""/>
              <a:defRPr/>
            </a:pPr>
            <a:r>
              <a:rPr lang="en-US" sz="2800" b="1" dirty="0" smtClean="0"/>
              <a:t>This manual can be ideally used for training:</a:t>
            </a:r>
            <a:endParaRPr lang="en-US" sz="2800" dirty="0" smtClean="0"/>
          </a:p>
          <a:p>
            <a:pPr marL="274320" indent="-274320" fontAlgn="auto">
              <a:spcAft>
                <a:spcPts val="0"/>
              </a:spcAft>
              <a:buFont typeface="Wingdings 3" pitchFamily="18" charset="2"/>
              <a:buNone/>
              <a:defRPr/>
            </a:pPr>
            <a:endParaRPr lang="en-US" sz="2800" dirty="0" smtClean="0"/>
          </a:p>
          <a:p>
            <a:pPr lvl="2" indent="-182880" fontAlgn="auto">
              <a:spcAft>
                <a:spcPts val="0"/>
              </a:spcAft>
              <a:buClr>
                <a:schemeClr val="accent1">
                  <a:shade val="75000"/>
                </a:schemeClr>
              </a:buClr>
              <a:buFont typeface="Wingdings"/>
              <a:buChar char=""/>
              <a:defRPr/>
            </a:pPr>
            <a:r>
              <a:rPr lang="en-US" sz="2800" dirty="0" smtClean="0"/>
              <a:t>Traditional Bone Setters </a:t>
            </a:r>
          </a:p>
          <a:p>
            <a:pPr lvl="2" indent="-182880" fontAlgn="auto">
              <a:spcAft>
                <a:spcPts val="0"/>
              </a:spcAft>
              <a:buClr>
                <a:schemeClr val="accent1">
                  <a:shade val="75000"/>
                </a:schemeClr>
              </a:buClr>
              <a:buFont typeface="Wingdings"/>
              <a:buChar char=""/>
              <a:defRPr/>
            </a:pPr>
            <a:r>
              <a:rPr lang="en-US" sz="2800" dirty="0" smtClean="0"/>
              <a:t>Graduate and Post Graduate Students </a:t>
            </a:r>
          </a:p>
          <a:p>
            <a:pPr marL="274320" indent="-274320" fontAlgn="auto">
              <a:spcAft>
                <a:spcPts val="0"/>
              </a:spcAft>
              <a:buFont typeface="Wingdings 3" pitchFamily="18" charset="2"/>
              <a:buNone/>
              <a:defRPr/>
            </a:pP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</Words>
  <Application>Microsoft Office PowerPoint</Application>
  <PresentationFormat>On-screen Show (4:3)</PresentationFormat>
  <Paragraphs>15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Traditional Bone Setting </vt:lpstr>
      <vt:lpstr>Continue…..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Traditional Bone Setting </dc:title>
  <dc:creator>admin</dc:creator>
  <cp:lastModifiedBy>admin</cp:lastModifiedBy>
  <cp:revision>1</cp:revision>
  <dcterms:created xsi:type="dcterms:W3CDTF">2022-07-17T10:53:59Z</dcterms:created>
  <dcterms:modified xsi:type="dcterms:W3CDTF">2022-07-17T10:54:24Z</dcterms:modified>
</cp:coreProperties>
</file>